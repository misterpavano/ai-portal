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embeddedFontLst>
    <p:embeddedFont>
      <p:font typeface="Inter Black" panose="020B0604020202020204" charset="0"/>
      <p:bold r:id="rId4"/>
    </p:embeddedFont>
    <p:embeddedFont>
      <p:font typeface="Inter Light" panose="020B0604020202020204" charset="0"/>
      <p:regular r:id="rId5"/>
      <p:bold r:id="rId6"/>
    </p:embeddedFont>
    <p:embeddedFont>
      <p:font typeface="Inter Medium" panose="020B0604020202020204" charset="0"/>
      <p:regular r:id="rId7"/>
      <p:bold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heme" Target="theme/theme1.xml"/><Relationship Id="rId5" Type="http://schemas.openxmlformats.org/officeDocument/2006/relationships/font" Target="fonts/font2.fntdata"/><Relationship Id="rId10" Type="http://schemas.openxmlformats.org/officeDocument/2006/relationships/viewProps" Target="viewProps.xml"/><Relationship Id="rId4" Type="http://schemas.openxmlformats.org/officeDocument/2006/relationships/font" Target="fonts/font1.fntdata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cb37fb844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cb37fb844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0" y="0"/>
            <a:ext cx="9144000" cy="3399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250" y="82775"/>
            <a:ext cx="737373" cy="1743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6771175" y="8400"/>
            <a:ext cx="2257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rPr>
              <a:t>PROJECT SUMMARY</a:t>
            </a:r>
            <a:endParaRPr sz="9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75" y="339900"/>
            <a:ext cx="9144000" cy="644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20115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Inter Black"/>
                <a:ea typeface="Inter Black"/>
                <a:cs typeface="Inter Black"/>
                <a:sym typeface="Inter Black"/>
              </a:rPr>
              <a:t>{headline}</a:t>
            </a:r>
            <a:endParaRPr sz="1800">
              <a:solidFill>
                <a:schemeClr val="dk2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510975" y="1302275"/>
            <a:ext cx="6202500" cy="1215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dirty="0"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rPr>
              <a:t>{#list}</a:t>
            </a:r>
          </a:p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dirty="0"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rPr>
              <a:t>{content}</a:t>
            </a:r>
          </a:p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dirty="0"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rPr>
              <a:t>{/list}</a:t>
            </a:r>
            <a:endParaRPr dirty="0">
              <a:solidFill>
                <a:schemeClr val="dk2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On-screen Show (16:9)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Inter Light</vt:lpstr>
      <vt:lpstr>Inter Black</vt:lpstr>
      <vt:lpstr>Inter Medium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Ron H</dc:creator>
  <cp:lastModifiedBy>Ron H</cp:lastModifiedBy>
  <cp:revision>1</cp:revision>
  <dcterms:modified xsi:type="dcterms:W3CDTF">2024-04-11T20:49:11Z</dcterms:modified>
</cp:coreProperties>
</file>
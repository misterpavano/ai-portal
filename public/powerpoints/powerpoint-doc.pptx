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98690C-14BA-17BD-FE93-070A0E7C2BB5}" v="60" dt="2024-03-22T10:29:32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9145" y="864860"/>
            <a:ext cx="9758855" cy="437931"/>
          </a:xfrm>
        </p:spPr>
        <p:txBody>
          <a:bodyPr/>
          <a:lstStyle/>
          <a:p>
            <a:pPr algn="l"/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"/>
                <a:cs typeface="Arial"/>
              </a:rPr>
              <a:t>Sample </a:t>
            </a:r>
            <a:r>
              <a:rPr lang="en-US" sz="2400" err="1">
                <a:solidFill>
                  <a:schemeClr val="bg2">
                    <a:lumMod val="25000"/>
                  </a:schemeClr>
                </a:solidFill>
                <a:latin typeface="Arial"/>
                <a:cs typeface="Arial"/>
              </a:rPr>
              <a:t>Powerpoint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"/>
                <a:cs typeface="Arial"/>
              </a:rPr>
              <a:t> Slide</a:t>
            </a:r>
            <a:endParaRPr lang="en-US" sz="2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4267200" cy="9147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/>
              <a:t>{TITLE}</a:t>
            </a:r>
            <a:endParaRPr lang="en-US"/>
          </a:p>
          <a:p>
            <a:pPr algn="l"/>
            <a:r>
              <a:rPr lang="en-US" sz="1100">
                <a:solidFill>
                  <a:srgbClr val="595959"/>
                </a:solidFill>
                <a:latin typeface="Arial"/>
                <a:cs typeface="Arial"/>
              </a:rPr>
              <a:t>This is the title of the page that will be modified by the application.</a:t>
            </a:r>
            <a:endParaRPr lang="en-US"/>
          </a:p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95D3865-2DC2-3BAC-B970-039A20EA53C6}"/>
              </a:ext>
            </a:extLst>
          </p:cNvPr>
          <p:cNvSpPr txBox="1">
            <a:spLocks/>
          </p:cNvSpPr>
          <p:nvPr/>
        </p:nvSpPr>
        <p:spPr>
          <a:xfrm>
            <a:off x="6763407" y="3528465"/>
            <a:ext cx="4267200" cy="9147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{DATE}</a:t>
            </a:r>
          </a:p>
          <a:p>
            <a:pPr algn="l"/>
            <a:r>
              <a:rPr lang="en-US" sz="1100" dirty="0">
                <a:solidFill>
                  <a:srgbClr val="595959"/>
                </a:solidFill>
                <a:latin typeface="Arial"/>
                <a:cs typeface="Arial"/>
              </a:rPr>
              <a:t>This is the date of the page that will be modified by the application.</a:t>
            </a:r>
            <a:endParaRPr lang="en-US" dirty="0"/>
          </a:p>
          <a:p>
            <a:pPr algn="l"/>
            <a:endParaRPr lang="en-US" sz="1100" dirty="0">
              <a:solidFill>
                <a:srgbClr val="595959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Sample Powerpoint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44</cp:revision>
  <dcterms:created xsi:type="dcterms:W3CDTF">2024-03-22T10:25:08Z</dcterms:created>
  <dcterms:modified xsi:type="dcterms:W3CDTF">2024-03-22T10:29:46Z</dcterms:modified>
</cp:coreProperties>
</file>